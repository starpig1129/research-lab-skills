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1_svg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2_svg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3_svg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4_svg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5_svg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6_svg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7_svg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8_svg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lide09_svg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{96DAC541-7B7A-43D3-8B79-37D633B846F1}">
            <asvg:svgBlip xmlns:asvg="http://schemas.microsoft.com/office/drawing/2016/SVG/main" xmlns:r="http://schemas.openxmlformats.org/officeDocument/2006/relationships" r:embed="rId3"/>
          </p:ext>
        </p:extLst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